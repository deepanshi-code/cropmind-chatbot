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rop-mind-chatbot-frontend.vercel.app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ropmind-chatbot-backend.onrender.com/" TargetMode="External"/><Relationship Id="rId2" Type="http://schemas.openxmlformats.org/officeDocument/2006/relationships/hyperlink" Target="https://crop-mind-chatbot-frontend.vercel.app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deepanshi-code/CropMind-Chatbot" TargetMode="External"/><Relationship Id="rId4" Type="http://schemas.openxmlformats.org/officeDocument/2006/relationships/hyperlink" Target="https://cropmind-chatbot-backend.onrender.com/docs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0B981"/>
                </a:solidFill>
                <a:latin typeface="Arial"/>
              </a:defRPr>
            </a:pPr>
            <a:r>
              <a:t>CropMind</a:t>
            </a:r>
          </a:p>
          <a:p>
            <a:pPr algn="ctr">
              <a:spcBef>
                <a:spcPts val="8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t>AI-Powered Smart Farming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840480"/>
            <a:ext cx="761695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>
                <a:solidFill>
                  <a:srgbClr val="C5D1E8"/>
                </a:solidFill>
                <a:latin typeface="Arial"/>
              </a:defRPr>
            </a:pPr>
            <a:r>
              <a:rPr dirty="0"/>
              <a:t>Intern ID: </a:t>
            </a:r>
            <a:r>
              <a:rPr lang="en-US" dirty="0"/>
              <a:t>TBI-26100746</a:t>
            </a:r>
            <a:endParaRPr dirty="0"/>
          </a:p>
          <a:p>
            <a:pPr algn="ctr">
              <a:spcAft>
                <a:spcPts val="400"/>
              </a:spcAft>
              <a:defRPr sz="1400">
                <a:solidFill>
                  <a:srgbClr val="C5D1E8"/>
                </a:solidFill>
                <a:latin typeface="Arial"/>
              </a:defRPr>
            </a:pPr>
            <a:r>
              <a:rPr dirty="0"/>
              <a:t>Name: </a:t>
            </a:r>
            <a:r>
              <a:rPr lang="en-US" dirty="0"/>
              <a:t>Deepanshi Agarwal</a:t>
            </a:r>
            <a:endParaRPr dirty="0"/>
          </a:p>
          <a:p>
            <a:pPr algn="ctr">
              <a:spcAft>
                <a:spcPts val="400"/>
              </a:spcAft>
              <a:defRPr sz="1400">
                <a:solidFill>
                  <a:srgbClr val="C5D1E8"/>
                </a:solidFill>
                <a:latin typeface="Arial"/>
              </a:defRPr>
            </a:pPr>
            <a:r>
              <a:rPr dirty="0"/>
              <a:t>University Name: </a:t>
            </a:r>
            <a:r>
              <a:rPr lang="en-US" dirty="0"/>
              <a:t>Graphic Era Deemed To be University</a:t>
            </a:r>
            <a:endParaRPr dirty="0"/>
          </a:p>
          <a:p>
            <a:pPr algn="ctr">
              <a:spcAft>
                <a:spcPts val="400"/>
              </a:spcAft>
              <a:defRPr sz="1400">
                <a:solidFill>
                  <a:srgbClr val="C5D1E8"/>
                </a:solidFill>
                <a:latin typeface="Arial"/>
              </a:defRPr>
            </a:pPr>
            <a:r>
              <a:rPr dirty="0"/>
              <a:t>Evaluation: TBI-GEU Internship 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The Problems We Are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  <a:latin typeface="Arial"/>
              </a:defRPr>
            </a:pPr>
            <a:r>
              <a:t>• Scattered Data and Info</a:t>
            </a:r>
          </a:p>
          <a:p>
            <a:pPr lvl="1"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Farmers have to check multiple websites and tools to find soil moisture readings, weather forecasts, and APMC market prices. It is slow and confusing.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  <a:latin typeface="Arial"/>
              </a:defRPr>
            </a:pPr>
            <a:r>
              <a:t>• Slow Help for Sick Crops</a:t>
            </a:r>
          </a:p>
          <a:p>
            <a:pPr lvl="1"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Getting advice on plant diseases or soil issues usually takes days, which can lead to crop damage and financial losses if not handled quickly.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  <a:latin typeface="Arial"/>
              </a:defRPr>
            </a:pPr>
            <a:r>
              <a:t>• Difficult Interfaces</a:t>
            </a:r>
          </a:p>
          <a:p>
            <a:pPr lvl="1"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Many farming apps have complicated layouts that are hard to navigate. There is a lack of simple, conversational tools to answer day-to-day questions.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  <a:latin typeface="Arial"/>
              </a:defRPr>
            </a:pPr>
            <a:r>
              <a:t>• Our Solution (CropMind)</a:t>
            </a:r>
          </a:p>
          <a:p>
            <a:pPr lvl="1"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We put live soil data, market price trackers, and an AI diagnostic assistant on one simple, user-friendly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Our Tech Stack and Why We Chose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Frontend Client</a:t>
            </a:r>
          </a:p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▪ React 19 Framework</a:t>
            </a:r>
          </a:p>
          <a:p>
            <a:pPr>
              <a:spcAft>
                <a:spcPts val="8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t>Helps build responsive pages and makes state management easy across different components.</a:t>
            </a:r>
          </a:p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▪ Vite 7 Build Tool</a:t>
            </a:r>
          </a:p>
          <a:p>
            <a:pPr>
              <a:spcAft>
                <a:spcPts val="8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t>Gives fast reload times during development and makes the overall project build very quickly.</a:t>
            </a:r>
          </a:p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▪ Vanilla CSS Variables</a:t>
            </a:r>
          </a:p>
          <a:p>
            <a:pPr>
              <a:spcAft>
                <a:spcPts val="8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t>Allows complete control over the layout, colors, animations, and dark/light modes without relying on heavy UI frameworks.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Backend, Database &amp; AI</a:t>
            </a:r>
          </a:p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▪ Node.js &amp; Express 5</a:t>
            </a:r>
          </a:p>
          <a:p>
            <a:pPr>
              <a:spcAft>
                <a:spcPts val="8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t>Handles backend API requests quickly and securely communicates with the database and AI models.</a:t>
            </a:r>
          </a:p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▪ MongoDB &amp; Mongoose</a:t>
            </a:r>
          </a:p>
          <a:p>
            <a:pPr>
              <a:spcAft>
                <a:spcPts val="8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t>Perfect for storing unstructured telemetry logs and crop entries. Very easy to update fields as requirements change.</a:t>
            </a:r>
          </a:p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▪ Google Gemini 2.5 Flash</a:t>
            </a:r>
          </a:p>
          <a:p>
            <a:pPr>
              <a:spcAft>
                <a:spcPts val="8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t>Generates helpful farming advice and diagnostic checklists quickly (usually under 2 seconds).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Web Application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5632" y="1381432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Farming Telemetry Dashboard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Displays live metrics: Soil moisture (72%), rain probability (40%), and wholesale APMC market price trends.</a:t>
            </a:r>
          </a:p>
          <a:p>
            <a:pPr>
              <a:spcBef>
                <a:spcPts val="6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AI Agronomist Diagnosis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Allows users to submit crop symptoms, soil type, and watering details to receive an organic treatment checklist.</a:t>
            </a:r>
          </a:p>
          <a:p>
            <a:pPr>
              <a:spcBef>
                <a:spcPts val="6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Floating Assistant Bubble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A chat window available on all pages for asking everyday farming questions, backed by the AI model.</a:t>
            </a:r>
          </a:p>
          <a:p>
            <a:pPr>
              <a:spcBef>
                <a:spcPts val="6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Theme Toggles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Supports dark and light mode preferences, with custom CSS styling and responsive transitions.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120640"/>
            <a:ext cx="10817352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rPr dirty="0"/>
              <a:t>Live Website Link:</a:t>
            </a:r>
          </a:p>
          <a:p>
            <a:pPr>
              <a:spcBef>
                <a:spcPts val="400"/>
              </a:spcBef>
              <a:defRPr sz="1600" b="1">
                <a:solidFill>
                  <a:srgbClr val="10B981"/>
                </a:solidFill>
                <a:latin typeface="Arial"/>
              </a:defRPr>
            </a:pPr>
            <a:r>
              <a:rPr dirty="0">
                <a:hlinkClick r:id="rId2"/>
              </a:rPr>
              <a:t>https://crop-mind-chatbot-frontend.vercel.app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Top 2 Backend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120640" cy="222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rPr dirty="0"/>
              <a:t>1. AI Symptoms Diagnostics</a:t>
            </a:r>
            <a:endParaRPr lang="en-US" dirty="0"/>
          </a:p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endParaRPr dirty="0"/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Courier New"/>
              </a:defRPr>
            </a:pP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/ai/diagnose</a:t>
            </a:r>
          </a:p>
          <a:p>
            <a:pPr>
              <a:spcAft>
                <a:spcPts val="6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rPr dirty="0"/>
              <a:t>▪ What it does: Takes the crop name, symptoms, soil type, and watering frequency.</a:t>
            </a:r>
          </a:p>
          <a:p>
            <a:pPr>
              <a:spcAft>
                <a:spcPts val="6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rPr dirty="0"/>
              <a:t>▪ How it works: Sends these details to Gemini, telling it to return specific JSON keys representing diagnosis, severity, treatment, and prevention.</a:t>
            </a:r>
          </a:p>
          <a:p>
            <a:pPr>
              <a:spcAft>
                <a:spcPts val="6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rPr dirty="0"/>
              <a:t>▪ Security: Checks that the request has a valid token and restricts users to 10 requests per 15 minutes to prevent system abuse.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120640" cy="267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rPr dirty="0"/>
              <a:t>2. AI Chatbot Proxy</a:t>
            </a:r>
            <a:endParaRPr lang="en-US" dirty="0"/>
          </a:p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endParaRPr dirty="0"/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Courier New"/>
              </a:defRPr>
            </a:pP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/chat</a:t>
            </a:r>
          </a:p>
          <a:p>
            <a:pPr>
              <a:spcAft>
                <a:spcPts val="6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rPr dirty="0"/>
              <a:t>▪ What it does: Connects the chatbot on the website to the Gemini AI model.</a:t>
            </a:r>
          </a:p>
          <a:p>
            <a:pPr>
              <a:spcAft>
                <a:spcPts val="6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rPr dirty="0"/>
              <a:t>▪ How it works: Keeps the secret API keys safe on the server (the browser never sees them).</a:t>
            </a:r>
          </a:p>
          <a:p>
            <a:pPr>
              <a:spcAft>
                <a:spcPts val="6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rPr dirty="0"/>
              <a:t>▪ Formatting: Instructs the AI to focus strictly on Indian farming and keep replies brief (under 8 bullets).</a:t>
            </a:r>
          </a:p>
          <a:p>
            <a:pPr>
              <a:spcAft>
                <a:spcPts val="6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rPr dirty="0"/>
              <a:t>▪ Fallback: If no Gemini key is set, the API returns a mock message instead of crashing.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Database Selected &amp; Schemas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Selected DB: MongoDB</a:t>
            </a:r>
          </a:p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▪ Flexible Schemas</a:t>
            </a:r>
          </a:p>
          <a:p>
            <a:pPr>
              <a:spcAft>
                <a:spcPts val="8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t>We can store sensor logs and crop datasets without setting up rigid, complex tables.</a:t>
            </a:r>
          </a:p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▪ Mongoose Integration</a:t>
            </a:r>
          </a:p>
          <a:p>
            <a:pPr>
              <a:spcAft>
                <a:spcPts val="8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t>Provides simple data validation rules (like marking fields required and setting up enums) directly in the code.</a:t>
            </a:r>
          </a:p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▪ Offline Developer Fallback</a:t>
            </a:r>
          </a:p>
          <a:p>
            <a:pPr>
              <a:spcAft>
                <a:spcPts val="800"/>
              </a:spcAft>
              <a:defRPr sz="1200">
                <a:solidFill>
                  <a:srgbClr val="C5D1E8"/>
                </a:solidFill>
                <a:latin typeface="Arial"/>
              </a:defRPr>
            </a:pPr>
            <a:r>
              <a:t>Includes a mock in-memory handler to let developers run the project locally if MongoDB is disconnected.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Mongoose Document Models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1. Crop Schema:</a:t>
            </a:r>
          </a:p>
          <a:p>
            <a:pPr>
              <a:spcAft>
                <a:spcPts val="800"/>
              </a:spcAft>
              <a:defRPr sz="1100">
                <a:solidFill>
                  <a:srgbClr val="C5D1E8"/>
                </a:solidFill>
                <a:latin typeface="Courier New"/>
              </a:defRPr>
            </a:pPr>
            <a:r>
              <a:t>  • name: String (required)</a:t>
            </a:r>
            <a:br/>
            <a:r>
              <a:t>  • season: String (enum: ['Kharif', 'Rabi', 'Zaid', 'Annual'])</a:t>
            </a:r>
            <a:br/>
            <a:r>
              <a:t>  • water: String (enum: ['Low', 'Medium', 'High'])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2. Telemetry Log Schema:</a:t>
            </a:r>
          </a:p>
          <a:p>
            <a:pPr>
              <a:defRPr sz="1100">
                <a:solidFill>
                  <a:srgbClr val="C5D1E8"/>
                </a:solidFill>
                <a:latin typeface="Courier New"/>
              </a:defRPr>
            </a:pPr>
            <a:r>
              <a:t>  • time: String (required)</a:t>
            </a:r>
            <a:br/>
            <a:r>
              <a:t>  • type: String (enum: ['system', 'info', 'success', 'warning'])</a:t>
            </a:r>
            <a:br/>
            <a:r>
              <a:t>  • text: String (required)</a:t>
            </a:r>
            <a:br/>
            <a:r>
              <a:t>  • timestamps: true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AI Feature &amp; Gemini LLM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Used LLM: Google Gemini 2.5 Flash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Chosen for its fast processing speed (usually under 2 seconds) and detailed responses.</a:t>
            </a:r>
          </a:p>
          <a:p>
            <a:pPr>
              <a:spcBef>
                <a:spcPts val="8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Use Case 1: Smart Crop Diagnostics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Evaluates crop type and symptoms to suggest treatments and preventions, formatted as clear checklists.</a:t>
            </a:r>
          </a:p>
          <a:p>
            <a:pPr>
              <a:spcBef>
                <a:spcPts val="8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Use Case 2: Natural-Language Assistant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Answers conversational questions regarding seed choices, NPK fertilizer balances, and optimal sowing times.</a:t>
            </a:r>
          </a:p>
          <a:p>
            <a:pPr>
              <a:spcBef>
                <a:spcPts val="8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Strict JSON Output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We use strict system prompts to force the model to reply only in parseable JSON. This prevents page layout breaks and raw text display issues.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Hosting and Cloud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Frontend: Hosted on Vercel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Hosts the React client. Rebuilds the frontend page automatically whenever changes are pushed to GitHub.</a:t>
            </a:r>
          </a:p>
          <a:p>
            <a:pPr>
              <a:spcBef>
                <a:spcPts val="8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Backend: Hosted on Render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Hosts our Node/Express server. Safely injects keys (like GEMINI_API_KEY) so they are never exposed to the public frontend.</a:t>
            </a:r>
          </a:p>
          <a:p>
            <a:pPr>
              <a:spcBef>
                <a:spcPts val="8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Database: Managed on MongoDB Atlas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Deploys our database cluster to the cloud, managing connections and automatic document indexing.</a:t>
            </a:r>
          </a:p>
          <a:p>
            <a:pPr>
              <a:spcBef>
                <a:spcPts val="8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Local Fallback Support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If the cloud servers are offline or keys are missing, the project has built-in local fallback modes for smooth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rPr i="1" u="sng" dirty="0"/>
              <a:t>Project Links and URLs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rPr u="sng" dirty="0"/>
              <a:t>Live Website (Frontend)</a:t>
            </a: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ourier New"/>
              </a:defRPr>
            </a:pPr>
            <a:r>
              <a:rPr dirty="0">
                <a:hlinkClick r:id="rId2"/>
              </a:rPr>
              <a:t>https://crop-mind-chatbot-frontend.vercel.app</a:t>
            </a:r>
            <a:endParaRPr dirty="0"/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rPr u="sng" dirty="0"/>
              <a:t>Live Backend API</a:t>
            </a: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ourier New"/>
              </a:defRPr>
            </a:pPr>
            <a:r>
              <a:rPr dirty="0">
                <a:hlinkClick r:id="rId3"/>
              </a:rPr>
              <a:t>https://cropmind-chatbot-backend.onrender.com</a:t>
            </a:r>
            <a:endParaRPr dirty="0"/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rPr u="sng" dirty="0"/>
              <a:t>Developer API Portal (Docs)</a:t>
            </a: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ourier New"/>
              </a:defRPr>
            </a:pPr>
            <a:r>
              <a:rPr dirty="0">
                <a:hlinkClick r:id="rId4"/>
              </a:rPr>
              <a:t>https://cropmind-chatbot-backend.onrender.com/docs</a:t>
            </a:r>
            <a:endParaRPr dirty="0"/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rPr u="sng" dirty="0"/>
              <a:t>GitHub Repository</a:t>
            </a: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Courier New"/>
              </a:defRPr>
            </a:pPr>
            <a:r>
              <a:rPr dirty="0">
                <a:hlinkClick r:id="rId5"/>
              </a:rPr>
              <a:t>https://github.com/deepanshi-code/CropMind-Chatbot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Internship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Full-Stack Architecture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Learned how to hook up a React client to a Node/Express backend, and sync visual components with MongoDB collections.</a:t>
            </a:r>
          </a:p>
          <a:p>
            <a:pPr>
              <a:spcBef>
                <a:spcPts val="6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Security Best Practices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Understood why sensitive keys (like API secrets) must remain on the server, and how to verify request access tokens.</a:t>
            </a:r>
          </a:p>
          <a:p>
            <a:pPr>
              <a:spcBef>
                <a:spcPts val="6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Working with AI Models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Gained experience directing LLM outputs via strict formatting rules (JSON formatting) to avoid parsing glitches on the frontend.</a:t>
            </a:r>
          </a:p>
          <a:p>
            <a:pPr>
              <a:spcBef>
                <a:spcPts val="6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Cloud Deployments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Successfully deployed frontend, backend, and database servers across Vercel, Render, and Atlas platforms.</a:t>
            </a:r>
          </a:p>
          <a:p>
            <a:pPr>
              <a:spcBef>
                <a:spcPts val="600"/>
              </a:spcBef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My Experience</a:t>
            </a:r>
          </a:p>
          <a:p>
            <a:pPr>
              <a:spcAft>
                <a:spcPts val="400"/>
              </a:spcAft>
              <a:defRPr sz="1300">
                <a:solidFill>
                  <a:srgbClr val="C5D1E8"/>
                </a:solidFill>
                <a:latin typeface="Arial"/>
              </a:defRPr>
            </a:pPr>
            <a:r>
              <a:t>A great learning experience creating a practical tool that addresses real-world farming challenges.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1134</Words>
  <Application>Microsoft Office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Deepanshi Agarwal</dc:creator>
  <cp:keywords/>
  <dc:description>generated using python-pptx</dc:description>
  <cp:lastModifiedBy>deepanshiagarwal08@gmail.com</cp:lastModifiedBy>
  <cp:revision>2</cp:revision>
  <dcterms:created xsi:type="dcterms:W3CDTF">2013-01-27T09:14:16Z</dcterms:created>
  <dcterms:modified xsi:type="dcterms:W3CDTF">2026-08-08T16:50:39Z</dcterms:modified>
  <cp:category/>
</cp:coreProperties>
</file>